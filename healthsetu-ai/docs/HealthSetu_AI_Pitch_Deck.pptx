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All three presenters introduce themselves and their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Team Lead. Evaluation weight: 25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Frontend developer. Run the live demo here. Evaluation weight: 25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Frontend developer. This follows the actual prototype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Frontend developer. Evaluation weight: 20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Data engineer. Targets are hypotheses, not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Frontend developer. Evaluation weight: 15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Data engineer. Evaluation weight: 10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Data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all three. Evaluation weight: 5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Sankalp Setu Student AI Hackathon  |  Track: Health &amp; Wellbeing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Civic Healthcare Triage &amp; Public Benefit Navigator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on-device triage for Goa that points people to the right care and the schemes that may pay for it.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public-service sister product to HealthSphere, built for civic triage and benefit navigation.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233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TITANS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457200"/>
            <a:ext cx="2103120" cy="4206240"/>
          </a:xfrm>
          <a:prstGeom prst="roundRect">
            <a:avLst>
              <a:gd name="adj" fmla="val 78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6248" y="548640"/>
            <a:ext cx="1975104" cy="40233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658368"/>
            <a:ext cx="1975104" cy="274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0256" y="658368"/>
            <a:ext cx="1156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046720" y="704088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269480" y="1005840"/>
            <a:ext cx="548640" cy="5486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14300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583680" y="1645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&amp; speak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47788" y="1965960"/>
            <a:ext cx="192024" cy="192024"/>
          </a:xfrm>
          <a:prstGeom prst="ellipse">
            <a:avLst/>
          </a:prstGeom>
          <a:solidFill>
            <a:srgbClr val="C5CAE9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72350" y="2185416"/>
            <a:ext cx="342900" cy="548640"/>
          </a:xfrm>
          <a:prstGeom prst="roundRect">
            <a:avLst>
              <a:gd name="adj" fmla="val 26667"/>
            </a:avLst>
          </a:prstGeom>
          <a:solidFill>
            <a:srgbClr val="C5CAE9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75220" y="2308860"/>
            <a:ext cx="137160" cy="1371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35204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call 108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0" y="38221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· tele-consult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58000" y="412394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B7F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· PHC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triage and unclaimed benefits keep suburban and rural patients from timely care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09360" y="128016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Problem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  ·  Sankalp Setu Student AI Hackathon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delays at PHCs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queue without knowing how urgent their problem is, and urgent cases wait with routine ones.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2801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002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7472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go unclaimed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47472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like DDSSY and Ayushman Bharat exist, but few people know which one covers their case.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12801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63640" y="1463040"/>
            <a:ext cx="548640" cy="5486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636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tools are mostly English. Konkani, Marathi and Hindi speakers are left out.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A237E"/>
          </a:solidFill>
          <a:ln w="9525">
            <a:solidFill>
              <a:srgbClr val="1A237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hardest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1520" y="41148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citizens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337560" y="41148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943600" y="41148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Low-bandwidth mobile users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 in three screens, all live in the browser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09360" y="128016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Solution and prototype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  ·  Sankalp Setu Student AI Hackathon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Intake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44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&amp; speak, or tap the body map. Add severity, depth and pain type.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051560" y="1965960"/>
            <a:ext cx="1417320" cy="2743200"/>
          </a:xfrm>
          <a:prstGeom prst="roundRect">
            <a:avLst>
              <a:gd name="adj" fmla="val 1161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15568" y="2057400"/>
            <a:ext cx="1289304" cy="2560320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167128"/>
            <a:ext cx="1289304" cy="274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79576" y="2167128"/>
            <a:ext cx="779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920240" y="2212848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1143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Triage token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246120" y="1444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orange, yellow or green with a 0–100 score and the rule behind it.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840480" y="1965960"/>
            <a:ext cx="1417320" cy="2743200"/>
          </a:xfrm>
          <a:prstGeom prst="roundRect">
            <a:avLst>
              <a:gd name="adj" fmla="val 1161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904488" y="2057400"/>
            <a:ext cx="1289304" cy="2560320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04488" y="2167128"/>
            <a:ext cx="1289304" cy="274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68496" y="2167128"/>
            <a:ext cx="779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709160" y="2212848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7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1143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Care and schemes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1444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facilities, matched schemes with official links, helplines.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629400" y="1965960"/>
            <a:ext cx="1417320" cy="2743200"/>
          </a:xfrm>
          <a:prstGeom prst="roundRect">
            <a:avLst>
              <a:gd name="adj" fmla="val 1161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693408" y="2057400"/>
            <a:ext cx="1289304" cy="2560320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93408" y="2167128"/>
            <a:ext cx="1289304" cy="274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57416" y="2167128"/>
            <a:ext cx="779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498080" y="2212848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1417320" y="2606040"/>
            <a:ext cx="411480" cy="4114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190" y="2708910"/>
            <a:ext cx="205740" cy="20574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1503274" y="3108960"/>
            <a:ext cx="230429" cy="230429"/>
          </a:xfrm>
          <a:prstGeom prst="ellipse">
            <a:avLst/>
          </a:prstGeom>
          <a:solidFill>
            <a:srgbClr val="C5CAE9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412748" y="3372307"/>
            <a:ext cx="411480" cy="658368"/>
          </a:xfrm>
          <a:prstGeom prst="roundRect">
            <a:avLst>
              <a:gd name="adj" fmla="val 22222"/>
            </a:avLst>
          </a:prstGeom>
          <a:solidFill>
            <a:srgbClr val="C5CAE9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536192" y="3520440"/>
            <a:ext cx="164592" cy="16459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88720" y="4297680"/>
            <a:ext cx="114300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88720" y="4297680"/>
            <a:ext cx="731520" cy="73152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188720" y="438912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6/10</a:t>
            </a:r>
            <a:endParaRPr lang="en-US" sz="650" dirty="0"/>
          </a:p>
        </p:txBody>
      </p:sp>
      <p:sp>
        <p:nvSpPr>
          <p:cNvPr id="36" name="Text 32"/>
          <p:cNvSpPr/>
          <p:nvPr/>
        </p:nvSpPr>
        <p:spPr>
          <a:xfrm>
            <a:off x="3977640" y="26974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3977640" y="31546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D8431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977640" y="36118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977640" y="40690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B7F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6739128" y="260604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784848" y="2651760"/>
            <a:ext cx="237744" cy="237744"/>
          </a:xfrm>
          <a:prstGeom prst="ellipse">
            <a:avLst/>
          </a:prstGeom>
          <a:solidFill>
            <a:srgbClr val="1B7F3B"/>
          </a:solidFill>
          <a:ln w="12700">
            <a:solidFill>
              <a:srgbClr val="1B7F3B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4" y="2711196"/>
            <a:ext cx="118872" cy="118872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6739128" y="3044952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784848" y="3090672"/>
            <a:ext cx="237744" cy="237744"/>
          </a:xfrm>
          <a:prstGeom prst="ellipse">
            <a:avLst/>
          </a:prstGeom>
          <a:solidFill>
            <a:srgbClr val="1B7F3B"/>
          </a:solidFill>
          <a:ln w="12700">
            <a:solidFill>
              <a:srgbClr val="1B7F3B"/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4" y="3150108"/>
            <a:ext cx="118872" cy="118872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6739128" y="3483864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784848" y="3529584"/>
            <a:ext cx="237744" cy="237744"/>
          </a:xfrm>
          <a:prstGeom prst="ellipse">
            <a:avLst/>
          </a:prstGeom>
          <a:solidFill>
            <a:srgbClr val="1B7F3B"/>
          </a:solidFill>
          <a:ln w="12700">
            <a:solidFill>
              <a:srgbClr val="1B7F3B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4" y="3589020"/>
            <a:ext cx="118872" cy="11887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739128" y="406908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7360920" y="406908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case, end to end: chest pain that must not wait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09360" y="128016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Prototype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  ·  Sankalp Setu Student AI Hackathon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2103120" cy="3520440"/>
          </a:xfrm>
          <a:prstGeom prst="roundRect">
            <a:avLst>
              <a:gd name="adj" fmla="val 78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2648" y="1280160"/>
            <a:ext cx="1975104" cy="333756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2648" y="1389888"/>
            <a:ext cx="1975104" cy="274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" y="1389888"/>
            <a:ext cx="1156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103120" y="1435608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731520" y="182880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token: red · 88/100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Emergency: call 108 now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2468880"/>
            <a:ext cx="1554480" cy="91440"/>
          </a:xfrm>
          <a:prstGeom prst="roundRect">
            <a:avLst>
              <a:gd name="adj" fmla="val 50000"/>
            </a:avLst>
          </a:prstGeom>
          <a:solidFill>
            <a:srgbClr val="F1B0B0"/>
          </a:solidFill>
          <a:ln w="12700">
            <a:solidFill>
              <a:srgbClr val="F1B0B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246888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27889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108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" y="338328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4672" y="3383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emergency, nearest first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31520" y="384048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3840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PM-JAY · DDSSY · verify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108960" y="118872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337560" y="1444752"/>
            <a:ext cx="548640" cy="54864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58191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114800" y="1325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114800" y="16459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13–64, chest pain 8/10 and sharp, started today, "sweating" in the voice note.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108960" y="237744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337560" y="2633472"/>
            <a:ext cx="548640" cy="54864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770632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114800" y="2514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that fired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4114800" y="28346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with sweating or severe intensity: possible cardiac emergency, so red.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3108960" y="356616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3337560" y="3822192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959352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114800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4114800" y="40233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88 in the red band (75–100). Call 108. Hospital emergency first. PM-JAY and DDSSY listed to verify at the hospital.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where it helps, rules where safety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09360" y="128016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Innovation and use of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  ·  Sankalp Setu Student AI Hackathon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114800" cy="1033272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435608"/>
            <a:ext cx="530352" cy="530352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568196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12984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language model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1600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 reads free text and adds warning flags. It can only raise urgency.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359152"/>
            <a:ext cx="4114800" cy="1033272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2606040"/>
            <a:ext cx="530352" cy="53035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2738628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2468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scheme search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325880" y="2770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 and MiniSearch match Hindi, Marathi and English queries to schemes.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529584"/>
            <a:ext cx="4114800" cy="1033272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080" y="3776472"/>
            <a:ext cx="530352" cy="530352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3909060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36393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Rules-first score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325880" y="394106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severity, duration and age feed a 0–100 score. Red and orange come from explicit rules.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symptom checker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HealthSetu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answers freely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decide. AI only raises urgency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API, paid keys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 the browser, no API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English-centric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Hindi, Marathi, Konkani voice and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advice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 tier, nearby care, scheme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civic outcomes, to be measured in a pilot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2344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720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score on every case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42032" y="12344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542032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2679192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regions to point at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26864" y="12344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26864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4764024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for voice input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11696" y="12344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711696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6848856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cost to run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Goa PHC pilot would measure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34747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387477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80160" y="34747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Non-emergency visits to tertiary hospitals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246120" y="34747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429000" y="3749040"/>
            <a:ext cx="502920" cy="5029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387477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069080" y="34747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find a scheme they may qualify for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035040" y="347472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17920" y="3749040"/>
            <a:ext cx="502920" cy="5029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3874770"/>
            <a:ext cx="251460" cy="2514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858000" y="347472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first symptom to the right care level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run, honest about limits, ready for public systems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09360" y="128016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Feasibility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  ·  Sankalp Setu Student AI Hackathon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Public-sector adoption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402336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8630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645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app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19385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file on free hosting. No servers. Maps use a free-tier Mapbox token.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560320"/>
            <a:ext cx="402336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28689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2651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on-device AI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2944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500 MB, once, then offline. Rules and search work without it.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566160"/>
            <a:ext cx="402336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8747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657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loaders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325880" y="39502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place search. Official CSV and JSON can be loaded.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663440" y="1554480"/>
            <a:ext cx="402336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1737360"/>
            <a:ext cx="502920" cy="5029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86309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32120" y="1645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eSanjeevani routing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532120" y="19385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results point to government tele-consults. Deeper integration is planned.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663440" y="2560320"/>
            <a:ext cx="402336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46320" y="2743200"/>
            <a:ext cx="502920" cy="5029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286893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32120" y="2651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alignment path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532120" y="2944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the pilot phase. Not built yet.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663440" y="3566160"/>
            <a:ext cx="4023360" cy="886968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46320" y="3749040"/>
            <a:ext cx="502920" cy="5029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3874770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532120" y="3657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to citizens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5532120" y="39502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web client with a 1-tap 108 call.</a:t>
            </a:r>
            <a:endParaRPr lang="en-US" sz="1050" dirty="0"/>
          </a:p>
        </p:txBody>
      </p:sp>
      <p:sp>
        <p:nvSpPr>
          <p:cNvPr id="39" name="Text 30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live facility search needs a data connection, and speech recognition quality varies by phone.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designed in: the AI assists, people decide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09360" y="128016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Responsible AI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  ·  Sankalp Setu Student AI Hackathon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symptom data stay in the browser. Disclosed exceptions: some browsers send speech audio to their own service, and place search sends your location and search words to Mapbox.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49733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3212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in the loop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only. "Not an official medical diagnosis" on every screen. Clinical authority stays with doctors.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28041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3154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override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108 on every screen. The AI can raise urgency but never lower it.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328041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32120" y="3154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language care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484632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 small keyword list plus multilingual search. Native-speaker and clinician review comes before any pilot.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statewide service in four phases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09360" y="128016"/>
            <a:ext cx="2377440" cy="237744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Implementation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HealthSetu AI  ·  Sankalp Setu Student AI Hackathon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097280" y="1417320"/>
            <a:ext cx="694944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0432" y="1161288"/>
            <a:ext cx="502920" cy="502920"/>
          </a:xfrm>
          <a:prstGeom prst="ellipse">
            <a:avLst/>
          </a:prstGeom>
          <a:solidFill>
            <a:srgbClr val="1B7F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20116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92608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client-side prototype with live Mapbox place search and starter scheme data.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273552" y="1161288"/>
            <a:ext cx="502920" cy="502920"/>
          </a:xfrm>
          <a:prstGeom prst="ellipse">
            <a:avLst/>
          </a:prstGeom>
          <a:solidFill>
            <a:srgbClr val="1A23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56032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788920" y="20116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78892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review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788920" y="292608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scheme and facility data, clinician review of rules, native-speaker review, PWA install.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376672" y="1161288"/>
            <a:ext cx="502920" cy="502920"/>
          </a:xfrm>
          <a:prstGeom prst="ellipse">
            <a:avLst/>
          </a:prstGeom>
          <a:solidFill>
            <a:srgbClr val="1A23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66344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92040" y="20116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 PHC pilot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892040" y="292608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selected PHCs with eSanjeevani and a clinician summary view. Measure outcomes.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479792" y="1161288"/>
            <a:ext cx="502920" cy="502920"/>
          </a:xfrm>
          <a:prstGeom prst="ellipse">
            <a:avLst/>
          </a:prstGeom>
          <a:solidFill>
            <a:srgbClr val="1A23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766560" y="182880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995160" y="20116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8EA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7+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2423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995160" y="292608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the Directorate of Health Services and Gram Panchayats.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capabilities and execution focus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85800" y="1508760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&amp; AI Systems Architect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08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lead. Solution design, UI/UX strategy, triage logic.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0" y="1508760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Mobile Developer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108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body map, Transformers.js integration.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12801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1508760"/>
            <a:ext cx="594360" cy="594360"/>
          </a:xfrm>
          <a:prstGeom prst="ellipse">
            <a:avLst/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Domain Engineer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3108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search, dataset curation and verification.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 welcome.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HealthSetu AI</dc:title>
  <dc:subject>PptxGenJS Presentation</dc:subject>
  <dc:creator>PptxGenJS</dc:creator>
  <cp:lastModifiedBy>PptxGenJS</cp:lastModifiedBy>
  <cp:revision>1</cp:revision>
  <dcterms:created xsi:type="dcterms:W3CDTF">2026-10-01T07:25:56Z</dcterms:created>
  <dcterms:modified xsi:type="dcterms:W3CDTF">2026-10-01T07:25:56Z</dcterms:modified>
</cp:coreProperties>
</file>